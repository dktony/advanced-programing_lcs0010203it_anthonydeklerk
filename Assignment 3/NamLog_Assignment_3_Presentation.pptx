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99c76ee2854ed4" /><Relationship Type="http://schemas.openxmlformats.org/officeDocument/2006/relationships/extended-properties" Target="/docProps/app.xml" Id="R15959cdfc7e04e40" /><Relationship Type="http://schemas.openxmlformats.org/officeDocument/2006/relationships/officeDocument" Target="/ppt/presentation.xml" Id="Rd9e93fc0379b48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3526914ce54d0c"/>
  </p:sldMasterIdLst>
  <p:notesMasterIdLst>
    <p:notesMasterId xmlns:r="http://schemas.openxmlformats.org/officeDocument/2006/relationships" r:id="R845ae3a009d2443a"/>
  </p:notesMasterIdLst>
  <p:sldIdLst>
    <p:sldId xmlns:r="http://schemas.openxmlformats.org/officeDocument/2006/relationships" id="256" r:id="R51a3951b7f364cdb"/>
    <p:sldId xmlns:r="http://schemas.openxmlformats.org/officeDocument/2006/relationships" id="257" r:id="Rabe5121e808d45a9"/>
    <p:sldId xmlns:r="http://schemas.openxmlformats.org/officeDocument/2006/relationships" id="258" r:id="Ra1bec810ae2c47fe"/>
    <p:sldId xmlns:r="http://schemas.openxmlformats.org/officeDocument/2006/relationships" id="259" r:id="R8696f3b6a5844ea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91f91052654e28" /><Relationship Type="http://schemas.openxmlformats.org/officeDocument/2006/relationships/slideMaster" Target="/ppt/slideMasters/slideMaster1.xml" Id="Rea3526914ce54d0c" /><Relationship Type="http://schemas.openxmlformats.org/officeDocument/2006/relationships/notesMaster" Target="/ppt/notesMasters/notesMaster1.xml" Id="R845ae3a009d2443a" /><Relationship Type="http://schemas.openxmlformats.org/officeDocument/2006/relationships/presProps" Target="/ppt/presProps.xml" Id="Ra66e2f7c39bd4f9f" /><Relationship Type="http://schemas.openxmlformats.org/officeDocument/2006/relationships/viewProps" Target="/ppt/viewProps.xml" Id="Ra385f15b8de848ba" /><Relationship Type="http://schemas.openxmlformats.org/officeDocument/2006/relationships/tableStyles" Target="/ppt/tableStyles.xml" Id="R31050aaa93944db8" /><Relationship Type="http://schemas.openxmlformats.org/officeDocument/2006/relationships/slide" Target="/ppt/slides/slide1.xml" Id="R51a3951b7f364cdb" /><Relationship Type="http://schemas.openxmlformats.org/officeDocument/2006/relationships/slide" Target="/ppt/slides/slide2.xml" Id="Rabe5121e808d45a9" /><Relationship Type="http://schemas.openxmlformats.org/officeDocument/2006/relationships/slide" Target="/ppt/slides/slide3.xml" Id="Ra1bec810ae2c47fe" /><Relationship Type="http://schemas.openxmlformats.org/officeDocument/2006/relationships/slide" Target="/ppt/slides/slide4.xml" Id="R8696f3b6a5844e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c5acfbb1a449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7737ac3c064928" /><Relationship Type="http://schemas.openxmlformats.org/officeDocument/2006/relationships/notesMaster" Target="/ppt/notesMasters/notesMaster1.xml" Id="Rb3560f842e2747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0e92c4e7004f83" /><Relationship Type="http://schemas.openxmlformats.org/officeDocument/2006/relationships/notesMaster" Target="/ppt/notesMasters/notesMaster1.xml" Id="R0c9eda5393a14f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ac1d965cf64a0e" /><Relationship Type="http://schemas.openxmlformats.org/officeDocument/2006/relationships/notesMaster" Target="/ppt/notesMasters/notesMaster1.xml" Id="Rb9c5fcace5984a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9bd95e6a1342a8" /><Relationship Type="http://schemas.openxmlformats.org/officeDocument/2006/relationships/notesMaster" Target="/ppt/notesMasters/notesMaster1.xml" Id="R929a471df96c48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0eea75280247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978f942fdb4764" /><Relationship Type="http://schemas.openxmlformats.org/officeDocument/2006/relationships/slideLayout" Target="/ppt/slideLayouts/slideLayout1.xml" Id="R6d4be55af18446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4be55af18446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b31688cc14972" /><Relationship Type="http://schemas.openxmlformats.org/officeDocument/2006/relationships/notesSlide" Target="/ppt/notesSlides/notesSlide1.xml" Id="Rce335ee5eaac44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f7c377d724a38" /><Relationship Type="http://schemas.openxmlformats.org/officeDocument/2006/relationships/notesSlide" Target="/ppt/notesSlides/notesSlide2.xml" Id="R77d3c5fae47d4f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afbfde36b42be" /><Relationship Type="http://schemas.openxmlformats.org/officeDocument/2006/relationships/notesSlide" Target="/ppt/notesSlides/notesSlide3.xml" Id="Rdc7047a75cbb43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4110f44034cc4" /><Relationship Type="http://schemas.openxmlformats.org/officeDocument/2006/relationships/notesSlide" Target="/ppt/notesSlides/notesSlide4.xml" Id="Ra7df1f9396954e8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84F6EE-8EF5-436D-B023-9D68A8DA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F7F4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67CA1-F001-48B9-8E48-825427A7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C5B1D-A90A-460F-81E3-CA3B7675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ADVANCED PROGRAMMING ASSIGNMENT 3 SHOWCASE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CFAB6-FACB-491C-BB4F-05A5B6CB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858000" cy="12534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NamLog Freight Tracker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F7559-BE6F-4700-9BF3-B88B76D7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619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Purpose: present the completed Assignment 2 desktop freight tracker, demonstrate the GUI/API/database flow, and walk through the core OOP design.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C9E4A-AEF7-4EBC-A93E-C7C87A10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E2D57-BD66-409A-95FD-7D1EE29F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Tkinter GUI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F8999-CA3D-48D4-934F-921B8F4C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004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964D0-B405-4E1F-97A1-80292AA5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48075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Flask REST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16C94-84FF-4037-B553-188F4C88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A62CB-EDDD-4DCC-82BB-E434E505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4807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SQLAlchemy ORM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705052-9BAB-43B1-AA81-0DAFC82A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004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B47C23-45B9-486E-8EAA-6D86FE47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48075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877D8-C750-43CD-98D3-588C6E8C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19150"/>
            <a:ext cx="33528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653B2-0DDC-48A8-B253-E9F14B3D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4300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Single Member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1A204-61B2-4121-8BD7-03521608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3C8F5-6D00-46FF-8F54-DAC30E78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240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Anthony de Klerk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ADC086-47C1-4DD5-BFE7-EA4FFFA8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0977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LCS0010203IT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165DF-3A49-403B-B5BB-1727E17F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432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Single-member submission because I could not find a group to partake 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71E40E-3731-4ABA-BACE-A487D75E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70C45E-49F1-4F71-ADBE-59EEDE42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Demo | Code Review | GitHub Documentation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4C5BAA-000A-4872-B78F-F76BDDFA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486525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Assignment 3 single-member submission</a:t>
            </a:r>
          </a:p>
        </p:txBody>
      </p:sp>
    </p:spTree>
    <p:extLst>
      <p:ext uri="{BB962C8B-B14F-4D97-AF65-F5344CB8AC3E}">
        <p14:creationId xmlns:p14="http://schemas.microsoft.com/office/powerpoint/2010/main" val="11304503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36756E-F0CD-477E-A800-D6DE1EBC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F7F4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0BD78-5E58-4FDB-9786-95A9FA83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FFD84-E865-4ACC-AD6F-5D74F06F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LESSONS LEARNT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984AB-4756-471A-8953-B63977C1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940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What I learned while building NamLog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7724D-0B00-4B8A-BC83-AAD4E9C8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Single-member reflection by Anthony de Klerk (LCS0010203IT).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2B124-A99C-4028-8945-BA0089E9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000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3D400-0E82-41DE-AD9E-23EA1DED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33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BF13D-9C3F-448E-85DC-80EC4435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Concurrency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566D0-6149-4225-AC4B-D9147557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52700"/>
            <a:ext cx="676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Threading must be designed, not guessed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E2627-2E43-46FB-91DF-D218F95A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384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The manifest worker and Flask requests can write at the same time, so a Lock is needed to keep SQLite commits predictable.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0F445-4EF2-474C-AC94-9A1A694F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1000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634AA3-64C7-4605-A668-AC37AB6F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133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ECD00A-9857-4DF8-8D01-D598F26E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76F51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27D036-443E-4572-8B2B-05EBCC84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76650"/>
            <a:ext cx="676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GUI code should call the API, not the database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F46D7-9E5F-4143-A59E-51A1AB20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624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Keeping Tkinter behind HTTP requests made the app easier to test and proved the REST boundary during the demo.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14892-EC48-4F27-A05F-60DE127F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000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99A3C8-9DB8-4C3B-B479-DCE09DE6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33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1CB0D-F8A4-4E90-A0A7-84E84D28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A00EB5-9806-4A2C-B9C3-8A166D31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00600"/>
            <a:ext cx="676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ORM models still need domain validation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ACD19A-995F-4FC2-8690-4778F780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863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Private attributes and property setters stop invalid truck capacity, status, and delivery data before persistence.</a:t>
            </a:r>
          </a:p>
        </p:txBody>
      </p:sp>
    </p:spTree>
    <p:extLst>
      <p:ext uri="{BB962C8B-B14F-4D97-AF65-F5344CB8AC3E}">
        <p14:creationId xmlns:p14="http://schemas.microsoft.com/office/powerpoint/2010/main" val="18763654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AB6D81-EF54-404A-840A-9A19469E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F7F4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0D5C4-957A-4BE5-B65D-ED8F9905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AF200-01B5-48E8-BDF7-867F063D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38685-193E-42E0-B9F0-5B6B31E6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96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Show the running app proving GUI, API, database, and threading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CC44A-BBB6-43F8-860B-0EFD4739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190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0BA36-3BF9-43F3-9D34-BC6E307A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190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419C2-3571-417A-8ADE-AB707908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Tkinter GUI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8CD01-D52A-4F91-BC14-69C5E5E6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733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Fill the delivery form, submit it, then view trucks in the Treeview.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1BAFC-F935-464E-894A-5ED9C0D9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14650"/>
            <a:ext cx="1123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FDD94E-A1AF-41CD-BAA4-7FCC24DD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3845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F19A1D-D839-421B-90FC-64ED72A9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670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6F51"/>
                </a:solidFill>
                <a:latin typeface="Aptos"/>
                <a:ea typeface="Aptos"/>
                <a:cs typeface="Aptos"/>
              </a:rPr>
              <a:t>POST /api/deliveries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ACF5F9-20E2-4F4C-93AB-9144DF58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71700"/>
            <a:ext cx="2190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1DAB2-5C28-475B-AF70-9DAAED79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71700"/>
            <a:ext cx="2190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4BC78-7CBD-46D7-8E85-1B17E7B0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1935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Flask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65D21D-4667-42C0-9130-8B06F401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19400"/>
            <a:ext cx="1733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Request handlers validate JSON and call the repository.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15839-B4B1-4DC0-ADCA-A4B9A758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1085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8455B9-69E1-4946-9868-8D52CD7A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3845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A3232-11F8-4578-9CC3-0EADD8E2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670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Repository methods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EC7C97-7876-44E8-820C-61243C1C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71700"/>
            <a:ext cx="2190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CF9C0-AED5-4CE7-ACBB-F1748CE2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71700"/>
            <a:ext cx="2190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E6495A-BB80-40FC-9183-E2286751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1935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SQLite DB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6B8494-18BA-4F94-9F60-17755B3A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19400"/>
            <a:ext cx="1733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Delivery rows persist through SQLAlchemy ORM mappings.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26A7FD-9124-431C-A5A9-507FEA01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52900"/>
            <a:ext cx="6515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522F2B-4359-4DC6-A226-E029F159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434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GET /api/trucks populates the Trucks Treeview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FEAA7-5FB8-4F9A-81DB-EE7450C7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67300"/>
            <a:ext cx="4572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37E62C-6559-48C1-AB28-F17C6F18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768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3E4E9D-7EC1-49BB-8818-DED53795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24475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Background thread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2A8F62-87E9-43FF-A5AD-D3EF6361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1970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Keep the terminal visible: `[manifest-worker]` output should appear while the GUI remains responsive.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FAB7B9-B558-4D23-B84B-B22FDF5B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4114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198660-17CB-49D1-96D0-979384F9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197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Recording order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181CFB-8801-4B0D-A25D-050F56A6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62550"/>
            <a:ext cx="2019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1. Start `python main.py`</a:t>
            </a:r>
          </a:p>
          <a:p xmlns:a="http://schemas.openxmlformats.org/drawingml/2006/main">
            <a:pPr algn="l">
              <a:defRPr sz="10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2. Create a delivery</a:t>
            </a:r>
          </a:p>
          <a:p xmlns:a="http://schemas.openxmlformats.org/drawingml/2006/main">
            <a:pPr algn="l">
              <a:defRPr sz="10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3. Open Trucks tab</a:t>
            </a:r>
          </a:p>
          <a:p xmlns:a="http://schemas.openxmlformats.org/drawingml/2006/main">
            <a:pPr algn="l">
              <a:defRPr sz="10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4. Point out worker logs</a:t>
            </a:r>
          </a:p>
        </p:txBody>
      </p:sp>
    </p:spTree>
    <p:extLst>
      <p:ext uri="{BB962C8B-B14F-4D97-AF65-F5344CB8AC3E}">
        <p14:creationId xmlns:p14="http://schemas.microsoft.com/office/powerpoint/2010/main" val="16600818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C909C4-0BCD-4728-9089-03403AEA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F7F4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62EE0-28F9-4909-AF9E-19B00E52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E74A1-8391-4942-8159-1F2507C2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F418F-067D-4173-974F-EBC0393E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940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NamLog demonstrates a complete desktop-to-database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FD874-5071-4C96-A100-E7D55771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3067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7170D-8069-4BB5-A2C2-5502EBED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3067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CC161-DBEC-43F2-BE8E-B2FE2D5E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What was built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80B98-4F57-4786-9CE6-81F1EDBA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2571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A Tkinter freight tracker connected to a Flask REST API, SQLAlchemy ORM models, SQLite persistence, and a background manifest worker.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906B0-9B85-483C-AED9-E3A09DC5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3067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8DAE1-5762-4A13-8BD1-88C5F74D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3067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A31CE-54A6-4CDE-8F85-30BD3FFC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Key takeaways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1F842-8EFA-405D-A4B9-859E6112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9900"/>
            <a:ext cx="2571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The strongest design choices are the API boundary, validated model properties, repository layer, Singleton database manager, and thread-safe writes.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739E6C-3EE5-43BF-8AF9-7540F0B0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95500"/>
            <a:ext cx="3067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333DBA-7C80-4327-B568-210D4FE9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95500"/>
            <a:ext cx="3067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78E420-87E1-4537-8CE9-803BDB15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Demo proof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0D30D-6EAB-4685-A3E7-979498D8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2571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The recording must show POST delivery creation, GET trucks loading into the Treeview, and worker-thread output in the terminal.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2297B7-65E8-4F25-9D3B-4A07A452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9677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ED6A26-B51D-4BEF-AD61-2FD0A4D3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Before upload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A33CF9-AAB1-4727-9392-08BF80DE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7029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Confirm README.md lists Anthony de Klerk (LCS0010203IT), create the public GitHub repo, upload the PowerPoint and MP4, then submit the required links.</a:t>
            </a:r>
          </a:p>
        </p:txBody>
      </p:sp>
    </p:spTree>
    <p:extLst>
      <p:ext uri="{BB962C8B-B14F-4D97-AF65-F5344CB8AC3E}">
        <p14:creationId xmlns:p14="http://schemas.microsoft.com/office/powerpoint/2010/main" val="10724683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2026-06-10T02:09:16.4340000Z</dcterms:created>
  <dcterms:modified xsi:type="dcterms:W3CDTF">2026-06-10T02:09:16.4340000Z</dcterms:modified>
</coreProperties>
</file>